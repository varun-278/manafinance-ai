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91" r:id="rId2"/>
    <p:sldId id="314" r:id="rId3"/>
    <p:sldId id="392" r:id="rId4"/>
    <p:sldId id="393" r:id="rId5"/>
    <p:sldId id="397" r:id="rId6"/>
    <p:sldId id="398" r:id="rId7"/>
    <p:sldId id="399" r:id="rId8"/>
    <p:sldId id="394" r:id="rId9"/>
    <p:sldId id="400" r:id="rId10"/>
    <p:sldId id="395" r:id="rId11"/>
    <p:sldId id="39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 Kishore Neelisetti" userId="af05b0cb-2b04-4cfb-9ea0-44f6093f9787" providerId="ADAL" clId="{1E4172E4-680D-4D61-B75C-65BC11430697}"/>
    <pc:docChg chg="modSld">
      <pc:chgData name="Raghu Kishore Neelisetti" userId="af05b0cb-2b04-4cfb-9ea0-44f6093f9787" providerId="ADAL" clId="{1E4172E4-680D-4D61-B75C-65BC11430697}" dt="2021-05-19T09:45:17.025" v="3" actId="20577"/>
      <pc:docMkLst>
        <pc:docMk/>
      </pc:docMkLst>
      <pc:sldChg chg="modSp">
        <pc:chgData name="Raghu Kishore Neelisetti" userId="af05b0cb-2b04-4cfb-9ea0-44f6093f9787" providerId="ADAL" clId="{1E4172E4-680D-4D61-B75C-65BC11430697}" dt="2021-05-19T09:45:17.025" v="3" actId="20577"/>
        <pc:sldMkLst>
          <pc:docMk/>
          <pc:sldMk cId="3571408817" sldId="391"/>
        </pc:sldMkLst>
        <pc:spChg chg="mod">
          <ac:chgData name="Raghu Kishore Neelisetti" userId="af05b0cb-2b04-4cfb-9ea0-44f6093f9787" providerId="ADAL" clId="{1E4172E4-680D-4D61-B75C-65BC11430697}" dt="2021-05-19T09:45:17.025" v="3" actId="20577"/>
          <ac:spMkLst>
            <pc:docMk/>
            <pc:sldMk cId="3571408817" sldId="391"/>
            <ac:spMk id="20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A46C7-1A77-4D75-A51C-7473818192A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A89CC-6280-4382-B50B-8832EDCD7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98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337E060E-8FDC-410D-8973-418980EB74D3}" type="slidenum">
              <a:rPr lang="en-IN" altLang="en-US" smtClean="0"/>
              <a:pPr/>
              <a:t>1</a:t>
            </a:fld>
            <a:endParaRPr lang="en-IN" altLang="en-US"/>
          </a:p>
        </p:txBody>
      </p:sp>
      <p:sp>
        <p:nvSpPr>
          <p:cNvPr id="22531" name="Text Box 1"/>
          <p:cNvSpPr txBox="1">
            <a:spLocks noChangeArrowheads="1"/>
          </p:cNvSpPr>
          <p:nvPr/>
        </p:nvSpPr>
        <p:spPr bwMode="auto">
          <a:xfrm>
            <a:off x="3881208" y="8686461"/>
            <a:ext cx="2973912" cy="4548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SzPct val="100000"/>
              <a:tabLst>
                <a:tab pos="0" algn="l"/>
                <a:tab pos="392477" algn="l"/>
                <a:tab pos="786346" algn="l"/>
                <a:tab pos="1180214" algn="l"/>
                <a:tab pos="1574082" algn="l"/>
                <a:tab pos="1967950" algn="l"/>
                <a:tab pos="2361819" algn="l"/>
                <a:tab pos="2755687" algn="l"/>
                <a:tab pos="3149556" algn="l"/>
                <a:tab pos="3543424" algn="l"/>
                <a:tab pos="3937293" algn="l"/>
                <a:tab pos="4331161" algn="l"/>
                <a:tab pos="4725030" algn="l"/>
                <a:tab pos="5118898" algn="l"/>
                <a:tab pos="5512767" algn="l"/>
                <a:tab pos="5906635" algn="l"/>
                <a:tab pos="6300504" algn="l"/>
                <a:tab pos="6694372" algn="l"/>
                <a:tab pos="7088240" algn="l"/>
                <a:tab pos="7482108" algn="l"/>
                <a:tab pos="7875977" algn="l"/>
              </a:tabLst>
            </a:pPr>
            <a:fld id="{2E776D05-9BD7-4300-BF09-B5D7714417C5}" type="slidenum">
              <a:rPr lang="en-IN" altLang="en-US"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algn="r">
                <a:lnSpc>
                  <a:spcPct val="93000"/>
                </a:lnSpc>
                <a:buSzPct val="100000"/>
                <a:tabLst>
                  <a:tab pos="0" algn="l"/>
                  <a:tab pos="392477" algn="l"/>
                  <a:tab pos="786346" algn="l"/>
                  <a:tab pos="1180214" algn="l"/>
                  <a:tab pos="1574082" algn="l"/>
                  <a:tab pos="1967950" algn="l"/>
                  <a:tab pos="2361819" algn="l"/>
                  <a:tab pos="2755687" algn="l"/>
                  <a:tab pos="3149556" algn="l"/>
                  <a:tab pos="3543424" algn="l"/>
                  <a:tab pos="3937293" algn="l"/>
                  <a:tab pos="4331161" algn="l"/>
                  <a:tab pos="4725030" algn="l"/>
                  <a:tab pos="5118898" algn="l"/>
                  <a:tab pos="5512767" algn="l"/>
                  <a:tab pos="5906635" algn="l"/>
                  <a:tab pos="6300504" algn="l"/>
                  <a:tab pos="6694372" algn="l"/>
                  <a:tab pos="7088240" algn="l"/>
                  <a:tab pos="7482108" algn="l"/>
                  <a:tab pos="7875977" algn="l"/>
                </a:tabLst>
              </a:pPr>
              <a:t>1</a:t>
            </a:fld>
            <a:endParaRPr lang="en-IN" altLang="en-US" sz="1200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2533" name="Text Box 3"/>
          <p:cNvSpPr txBox="1">
            <a:spLocks noChangeArrowheads="1"/>
          </p:cNvSpPr>
          <p:nvPr/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0165" tIns="40083" rIns="80165" bIns="40083" anchor="ctr"/>
          <a:lstStyle/>
          <a:p>
            <a:pPr eaLnBrk="1">
              <a:lnSpc>
                <a:spcPct val="94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16244986-930A-40C2-B700-80606EAA9C92}" type="slidenum">
              <a:rPr lang="en-IN" altLang="en-US" smtClean="0"/>
              <a:pPr/>
              <a:t>11</a:t>
            </a:fld>
            <a:endParaRPr lang="en-IN" altLang="en-US"/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3881208" y="8686461"/>
            <a:ext cx="2973912" cy="4548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SzPct val="100000"/>
              <a:tabLst>
                <a:tab pos="0" algn="l"/>
                <a:tab pos="392477" algn="l"/>
                <a:tab pos="786346" algn="l"/>
                <a:tab pos="1180214" algn="l"/>
                <a:tab pos="1574082" algn="l"/>
                <a:tab pos="1967950" algn="l"/>
                <a:tab pos="2361819" algn="l"/>
                <a:tab pos="2755687" algn="l"/>
                <a:tab pos="3149556" algn="l"/>
                <a:tab pos="3543424" algn="l"/>
                <a:tab pos="3937293" algn="l"/>
                <a:tab pos="4331161" algn="l"/>
                <a:tab pos="4725030" algn="l"/>
                <a:tab pos="5118898" algn="l"/>
                <a:tab pos="5512767" algn="l"/>
                <a:tab pos="5906635" algn="l"/>
                <a:tab pos="6300504" algn="l"/>
                <a:tab pos="6694372" algn="l"/>
                <a:tab pos="7088240" algn="l"/>
                <a:tab pos="7482108" algn="l"/>
                <a:tab pos="7875977" algn="l"/>
              </a:tabLst>
            </a:pPr>
            <a:fld id="{E2847085-ACF0-4F42-A24C-B6EAC1267B08}" type="slidenum">
              <a:rPr lang="en-IN" altLang="en-US"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algn="r">
                <a:lnSpc>
                  <a:spcPct val="93000"/>
                </a:lnSpc>
                <a:buSzPct val="100000"/>
                <a:tabLst>
                  <a:tab pos="0" algn="l"/>
                  <a:tab pos="392477" algn="l"/>
                  <a:tab pos="786346" algn="l"/>
                  <a:tab pos="1180214" algn="l"/>
                  <a:tab pos="1574082" algn="l"/>
                  <a:tab pos="1967950" algn="l"/>
                  <a:tab pos="2361819" algn="l"/>
                  <a:tab pos="2755687" algn="l"/>
                  <a:tab pos="3149556" algn="l"/>
                  <a:tab pos="3543424" algn="l"/>
                  <a:tab pos="3937293" algn="l"/>
                  <a:tab pos="4331161" algn="l"/>
                  <a:tab pos="4725030" algn="l"/>
                  <a:tab pos="5118898" algn="l"/>
                  <a:tab pos="5512767" algn="l"/>
                  <a:tab pos="5906635" algn="l"/>
                  <a:tab pos="6300504" algn="l"/>
                  <a:tab pos="6694372" algn="l"/>
                  <a:tab pos="7088240" algn="l"/>
                  <a:tab pos="7482108" algn="l"/>
                  <a:tab pos="7875977" algn="l"/>
                </a:tabLst>
              </a:pPr>
              <a:t>11</a:t>
            </a:fld>
            <a:endParaRPr lang="en-IN" altLang="en-US" sz="1200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9941" name="Text Box 3"/>
          <p:cNvSpPr txBox="1">
            <a:spLocks noChangeArrowheads="1"/>
          </p:cNvSpPr>
          <p:nvPr/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0165" tIns="40083" rIns="80165" bIns="40083" anchor="ctr"/>
          <a:lstStyle/>
          <a:p>
            <a:pPr eaLnBrk="1">
              <a:lnSpc>
                <a:spcPct val="94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02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56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7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0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66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71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362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893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24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82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4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36603-8DFA-4E9C-A142-AD4BFA439E8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2F130-D942-4FA4-90F8-63DFAEF5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82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>
            <a:spLocks noChangeArrowheads="1"/>
          </p:cNvSpPr>
          <p:nvPr/>
        </p:nvSpPr>
        <p:spPr bwMode="auto">
          <a:xfrm>
            <a:off x="723900" y="1050925"/>
            <a:ext cx="7772400" cy="1470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 defTabSz="914400" eaLnBrk="1" hangingPunct="1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en-US" sz="4400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j-ea"/>
                <a:cs typeface="Arial" pitchFamily="34" charset="0"/>
              </a:rPr>
              <a:t>Project Title</a:t>
            </a: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1207593" y="5085185"/>
            <a:ext cx="7480300" cy="144016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algn="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800" dirty="0">
                <a:solidFill>
                  <a:srgbClr val="8B8B8B"/>
                </a:solidFill>
                <a:ea typeface="Droid Sans Fallback" charset="0"/>
                <a:cs typeface="Times New Roman" pitchFamily="16" charset="0"/>
              </a:rPr>
              <a:t> under the guidance of </a:t>
            </a:r>
          </a:p>
          <a:p>
            <a:pPr algn="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800" dirty="0">
                <a:solidFill>
                  <a:srgbClr val="8B8B8B"/>
                </a:solidFill>
                <a:ea typeface="Droid Sans Fallback" charset="0"/>
                <a:cs typeface="Times New Roman" pitchFamily="16" charset="0"/>
              </a:rPr>
              <a:t>your mentor name,</a:t>
            </a:r>
          </a:p>
          <a:p>
            <a:pPr algn="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800" dirty="0">
                <a:solidFill>
                  <a:srgbClr val="8B8B8B"/>
                </a:solidFill>
                <a:ea typeface="Droid Sans Fallback" charset="0"/>
                <a:cs typeface="Times New Roman" pitchFamily="16" charset="0"/>
              </a:rPr>
              <a:t>Mentor designation, MU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16000" y="2420888"/>
            <a:ext cx="7480300" cy="21602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algn="ct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800" i="1" dirty="0">
                <a:solidFill>
                  <a:srgbClr val="8B8B8B"/>
                </a:solidFill>
                <a:ea typeface="Droid Sans Fallback" charset="0"/>
                <a:cs typeface="Times New Roman" pitchFamily="16" charset="0"/>
              </a:rPr>
              <a:t>Team member 1, Roll No</a:t>
            </a:r>
          </a:p>
          <a:p>
            <a:pPr algn="ct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800" i="1" dirty="0">
                <a:solidFill>
                  <a:srgbClr val="8B8B8B"/>
                </a:solidFill>
                <a:ea typeface="Droid Sans Fallback" charset="0"/>
                <a:cs typeface="Times New Roman" pitchFamily="16" charset="0"/>
              </a:rPr>
              <a:t>Team member 2, Roll No </a:t>
            </a:r>
          </a:p>
          <a:p>
            <a:pPr algn="ct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800" i="1" dirty="0">
                <a:solidFill>
                  <a:srgbClr val="8B8B8B"/>
                </a:solidFill>
                <a:ea typeface="Droid Sans Fallback" charset="0"/>
                <a:cs typeface="Times New Roman" pitchFamily="16" charset="0"/>
              </a:rPr>
              <a:t>Team member 3, Roll No </a:t>
            </a:r>
          </a:p>
          <a:p>
            <a:pPr algn="ct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800" i="1" dirty="0">
                <a:solidFill>
                  <a:srgbClr val="8B8B8B"/>
                </a:solidFill>
                <a:ea typeface="Droid Sans Fallback" charset="0"/>
                <a:cs typeface="Times New Roman" pitchFamily="16" charset="0"/>
              </a:rPr>
              <a:t>Team member 4, Roll No </a:t>
            </a:r>
          </a:p>
          <a:p>
            <a:pPr algn="ct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IN" altLang="en-US" sz="2000" dirty="0">
              <a:solidFill>
                <a:srgbClr val="8B8B8B"/>
              </a:solidFill>
              <a:latin typeface="+mn-lt"/>
              <a:ea typeface="Droid Sans Fallback" charset="0"/>
              <a:cs typeface="Times New Roman" pitchFamily="16" charset="0"/>
            </a:endParaRPr>
          </a:p>
          <a:p>
            <a:pPr algn="ct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IN" altLang="en-US" sz="2000" dirty="0">
                <a:solidFill>
                  <a:srgbClr val="8B8B8B"/>
                </a:solidFill>
                <a:latin typeface="+mn-lt"/>
                <a:ea typeface="Droid Sans Fallback" charset="0"/>
                <a:cs typeface="Times New Roman" pitchFamily="16" charset="0"/>
              </a:rPr>
              <a:t> </a:t>
            </a:r>
          </a:p>
          <a:p>
            <a:pPr algn="ctr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IN" altLang="en-US" sz="2000" dirty="0">
              <a:solidFill>
                <a:srgbClr val="8B8B8B"/>
              </a:solidFill>
              <a:ea typeface="Droid Sans Fallback" charset="0"/>
              <a:cs typeface="Times New Roman" pitchFamily="16" charset="0"/>
            </a:endParaRPr>
          </a:p>
          <a:p>
            <a:pPr algn="just" eaLnBrk="1" hangingPunct="1">
              <a:spcBef>
                <a:spcPts val="65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IN" altLang="en-US" sz="2000" dirty="0">
              <a:solidFill>
                <a:srgbClr val="8B8B8B"/>
              </a:solidFill>
              <a:ea typeface="Droid Sans Fallback" charset="0"/>
              <a:cs typeface="Times New Roman" pitchFamily="1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86A54D-B627-4807-BDBB-77D3BF24C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" y="5661248"/>
            <a:ext cx="4108952" cy="120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088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altLang="en-US" sz="4000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547260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Heading 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Sub Heading 2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/>
              <a:t>Sub Heading 3</a:t>
            </a:r>
          </a:p>
          <a:p>
            <a:pPr marL="0" indent="0">
              <a:buNone/>
            </a:pPr>
            <a:endParaRPr lang="en-US" altLang="en-US" sz="1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Heading 2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1810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Motivation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Actual business application that you plan to solve</a:t>
            </a:r>
          </a:p>
        </p:txBody>
      </p:sp>
    </p:spTree>
    <p:extLst>
      <p:ext uri="{BB962C8B-B14F-4D97-AF65-F5344CB8AC3E}">
        <p14:creationId xmlns:p14="http://schemas.microsoft.com/office/powerpoint/2010/main" val="354433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Related 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Explain about at least 2 papers that you have read for your project.</a:t>
            </a:r>
          </a:p>
        </p:txBody>
      </p:sp>
    </p:spTree>
    <p:extLst>
      <p:ext uri="{BB962C8B-B14F-4D97-AF65-F5344CB8AC3E}">
        <p14:creationId xmlns:p14="http://schemas.microsoft.com/office/powerpoint/2010/main" val="90296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Timeline of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3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Overview of Data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Describe what is in the data set, size of data set.</a:t>
            </a:r>
          </a:p>
          <a:p>
            <a:r>
              <a:rPr lang="en-IN" dirty="0"/>
              <a:t>Provide details about the attributes in the input data 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28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Algorithm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Provide details of the algorithm that you plan to use.</a:t>
            </a:r>
          </a:p>
        </p:txBody>
      </p:sp>
    </p:spTree>
    <p:extLst>
      <p:ext uri="{BB962C8B-B14F-4D97-AF65-F5344CB8AC3E}">
        <p14:creationId xmlns:p14="http://schemas.microsoft.com/office/powerpoint/2010/main" val="102900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Implementation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provide details of tools (GPU </a:t>
            </a:r>
            <a:r>
              <a:rPr lang="en-IN" dirty="0" err="1"/>
              <a:t>collaboratory</a:t>
            </a:r>
            <a:r>
              <a:rPr lang="en-IN" dirty="0"/>
              <a:t>), s/w packages (tensor flow </a:t>
            </a:r>
            <a:r>
              <a:rPr lang="en-IN" dirty="0" err="1"/>
              <a:t>etc</a:t>
            </a:r>
            <a:r>
              <a:rPr lang="en-IN" dirty="0"/>
              <a:t>), programming languages used for your project. </a:t>
            </a:r>
          </a:p>
        </p:txBody>
      </p:sp>
    </p:spTree>
    <p:extLst>
      <p:ext uri="{BB962C8B-B14F-4D97-AF65-F5344CB8AC3E}">
        <p14:creationId xmlns:p14="http://schemas.microsoft.com/office/powerpoint/2010/main" val="873196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Provide an overview </a:t>
            </a:r>
            <a:r>
              <a:rPr lang="en-IN"/>
              <a:t>of results if any.</a:t>
            </a:r>
          </a:p>
        </p:txBody>
      </p:sp>
    </p:spTree>
    <p:extLst>
      <p:ext uri="{BB962C8B-B14F-4D97-AF65-F5344CB8AC3E}">
        <p14:creationId xmlns:p14="http://schemas.microsoft.com/office/powerpoint/2010/main" val="168767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i="1" dirty="0">
                <a:solidFill>
                  <a:srgbClr val="00169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9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1"/>
          <p:cNvSpPr>
            <a:spLocks noChangeArrowheads="1"/>
          </p:cNvSpPr>
          <p:nvPr/>
        </p:nvSpPr>
        <p:spPr bwMode="auto">
          <a:xfrm>
            <a:off x="1936750" y="2286000"/>
            <a:ext cx="4868863" cy="2495550"/>
          </a:xfrm>
          <a:custGeom>
            <a:avLst/>
            <a:gdLst>
              <a:gd name="T0" fmla="*/ 2482682 w 6094413"/>
              <a:gd name="T1" fmla="*/ 1288953 h 2468563"/>
              <a:gd name="T2" fmla="*/ 1241342 w 6094413"/>
              <a:gd name="T3" fmla="*/ 2577903 h 2468563"/>
              <a:gd name="T4" fmla="*/ 0 w 6094413"/>
              <a:gd name="T5" fmla="*/ 1288953 h 2468563"/>
              <a:gd name="T6" fmla="*/ 1241342 w 6094413"/>
              <a:gd name="T7" fmla="*/ 0 h 2468563"/>
              <a:gd name="T8" fmla="*/ 0 60000 65536"/>
              <a:gd name="T9" fmla="*/ 0 60000 65536"/>
              <a:gd name="T10" fmla="*/ 0 60000 65536"/>
              <a:gd name="T11" fmla="*/ 0 60000 65536"/>
              <a:gd name="T12" fmla="*/ 0 w 6094413"/>
              <a:gd name="T13" fmla="*/ 0 h 2468563"/>
              <a:gd name="T14" fmla="*/ 6094413 w 6094413"/>
              <a:gd name="T15" fmla="*/ 2468563 h 24685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94413" h="2468563">
                <a:moveTo>
                  <a:pt x="0" y="0"/>
                </a:moveTo>
                <a:lnTo>
                  <a:pt x="16925" y="0"/>
                </a:lnTo>
                <a:lnTo>
                  <a:pt x="16925" y="6860"/>
                </a:lnTo>
                <a:lnTo>
                  <a:pt x="0" y="686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altLang="en-US" sz="9600" b="1">
                <a:solidFill>
                  <a:srgbClr val="BFD3F8"/>
                </a:solidFill>
                <a:latin typeface="Times New Roman" pitchFamily="16" charset="0"/>
                <a:ea typeface="Droid Sans Fallback" charset="0"/>
                <a:cs typeface="Times New Roman" pitchFamily="16" charset="0"/>
              </a:rPr>
              <a:t>Thanks !</a:t>
            </a:r>
          </a:p>
          <a:p>
            <a:pPr algn="ctr" eaLnBrk="1" hangingPunct="1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altLang="en-US" sz="6000" b="1">
                <a:solidFill>
                  <a:srgbClr val="BFD3F8"/>
                </a:solidFill>
                <a:latin typeface="Times New Roman" pitchFamily="16" charset="0"/>
                <a:ea typeface="Droid Sans Fallback" charset="0"/>
                <a:cs typeface="Times New Roman" pitchFamily="16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4731165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19595</TotalTime>
  <Words>166</Words>
  <Application>Microsoft Office PowerPoint</Application>
  <PresentationFormat>On-screen Show (4:3)</PresentationFormat>
  <Paragraphs>37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New</vt:lpstr>
      <vt:lpstr>DejaVu Sans</vt:lpstr>
      <vt:lpstr>Droid Sans Fallback</vt:lpstr>
      <vt:lpstr>Times New Roman</vt:lpstr>
      <vt:lpstr>Wingdings</vt:lpstr>
      <vt:lpstr>Office Theme</vt:lpstr>
      <vt:lpstr>PowerPoint Presentation</vt:lpstr>
      <vt:lpstr>Problem Statement</vt:lpstr>
      <vt:lpstr>Motivation</vt:lpstr>
      <vt:lpstr>Related Work</vt:lpstr>
      <vt:lpstr>Timeline of Activities</vt:lpstr>
      <vt:lpstr>Overview of Data Sets</vt:lpstr>
      <vt:lpstr>Algorithm used</vt:lpstr>
      <vt:lpstr>Implementation Steps</vt:lpstr>
      <vt:lpstr>Results</vt:lpstr>
      <vt:lpstr>References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Raghu Kishore Neelisetti</dc:creator>
  <cp:lastModifiedBy>Raghu Kishore Neelisetti</cp:lastModifiedBy>
  <cp:revision>583</cp:revision>
  <dcterms:created xsi:type="dcterms:W3CDTF">2017-07-23T12:09:36Z</dcterms:created>
  <dcterms:modified xsi:type="dcterms:W3CDTF">2025-11-23T17:28:43Z</dcterms:modified>
</cp:coreProperties>
</file>